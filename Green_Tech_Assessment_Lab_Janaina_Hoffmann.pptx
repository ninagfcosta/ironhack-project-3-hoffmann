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6E9E5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D9A441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 |  GREEN TECH ASSESSMENT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Research Bot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green-software retrofit audit of my own Project 3 agent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Janaina Hoffmann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Retrofit audit of an existing project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 Bot — Green Tech Assessment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bother auditing a student project?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DCE9D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bot does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a company name on Telegram. Behind the scenes, an AI agent researches it — pulling news, financial data and general info — then writes you a report.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feels light. It isn't free.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triggers real API calls and real model inference, running on real servers, somewhere. That's the part this audit looks at.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matters, even at student scale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I build now are the habits I'll bring to real client work.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"Green thinking" isn't just for huge companies — small choices (model size, caching) scale the same way.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honest about what I don't know is part of doing this right, not a weakness in the audit.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 Bot — Green Tech Assessment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one: define "one unit of value"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 can talk about efficiency, I need to know what I'm measuring efficiency PER. This is the functional unit, R, from the SCI formula.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280160" y="2377440"/>
            <a:ext cx="1645920" cy="1645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23774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383280" y="2331720"/>
            <a:ext cx="8138160" cy="1737360"/>
          </a:xfrm>
          <a:prstGeom prst="roundRect">
            <a:avLst>
              <a:gd name="adj" fmla="val 5263"/>
            </a:avLst>
          </a:prstGeom>
          <a:solidFill>
            <a:srgbClr val="DCE9D5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0" y="2514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finished report, delivered to the user in Telegram.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749040" y="31546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my R — the "one slice of pizza" I measure everything else against.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10972800" cy="160020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617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 = (O + M) / 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51663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C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= energy from running the bot each time  ·  M = the "embodied" footprint of the hardware behind it  ·  R = my one report. I can name the formula — I just can't put a real number on it yet (more on slide 5).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 Bot — Green Tech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compute actually go?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skeptical stakeholder would ask: "why should I believe you?" Here's what I traced.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calls, by far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calls to gpt-4o-mini per report. This is where nearly all the energy is going.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DCE9D5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6616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loops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356616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agent goes back and forth more than needed before picking a tool, that's extra calls I'm not even counting yet.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DCE9D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caching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56616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the same company twice? The bot reruns the entire pipeline from scratch, every 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52560" y="196596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DCE9D5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3544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 APIs (minor)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35440" y="356616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Tavily, NewsAPI, Alpha Vantage are lightweight — but retries without a limit would add up.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 Bot — Green Tech Assessment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I'm honestly guessing 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audits admit their blind spots instead of hiding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9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756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pattern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207568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calls per report (2–3 LLM + 3 API)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207568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from reading my own code — not measured live.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9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272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region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31272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312724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Tavily / NewsAPI / Alpha Vantage don't publish where a given call is processed.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9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788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Per-call energy (O)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417880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figure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417880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providers I use publish kWh-per-call data — this is an industry-wide gap, not just mine.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9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303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retention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523036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defined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523036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haven't set an explicit retention limit on stored reports.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 Bot — Green Tech Assessment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hotspots to the 4 pillars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Software Foundation framing: carbon, energy, hardware, measurement.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94460" y="1965960"/>
            <a:ext cx="1005840" cy="10058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1394460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DCE9D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033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— depends on grid mix where OpenAI/API servers run (unknown to me).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29100" y="1965960"/>
            <a:ext cx="1005840" cy="1005840"/>
          </a:xfrm>
          <a:prstGeom prst="ellipse">
            <a:avLst/>
          </a:prstGeom>
          <a:solidFill>
            <a:srgbClr val="6E9E5A"/>
          </a:solidFill>
          <a:ln/>
        </p:spPr>
      </p:sp>
      <p:sp>
        <p:nvSpPr>
          <p:cNvPr id="10" name="Text 8"/>
          <p:cNvSpPr/>
          <p:nvPr/>
        </p:nvSpPr>
        <p:spPr>
          <a:xfrm>
            <a:off x="4229100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3280" y="35204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DCE9D5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37033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lever — dominated by gpt-4o-mini calls, not the 3 lightweight APIs.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63740" y="1965960"/>
            <a:ext cx="1005840" cy="1005840"/>
          </a:xfrm>
          <a:prstGeom prst="ellipse">
            <a:avLst/>
          </a:prstGeom>
          <a:solidFill>
            <a:srgbClr val="5C8A6B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35204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DCE9D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7033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my control — I rent inference, I don't own the GPUs.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898380" y="1965960"/>
            <a:ext cx="1005840" cy="10058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/>
          <p:nvPr/>
        </p:nvSpPr>
        <p:spPr>
          <a:xfrm>
            <a:off x="9898380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05256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52560" y="35204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DCE9D5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37033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biggest gap — no per-call energy data exists for any provider I use.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 Bot — Green Tech Assessment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1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using gpt-4o-mini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0" y="594360"/>
            <a:ext cx="1188720" cy="11887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10424160" y="5943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9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full-size gpt-4o would burn noticeably more energy per call.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9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I'D MAKE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already picked the smaller model over the full-size 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9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074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TRADE-OFF, HONESTLY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394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less raw reasoning power — but plenty for this use case.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0" y="1828800"/>
            <a:ext cx="2926080" cy="4480560"/>
          </a:xfrm>
          <a:prstGeom prst="roundRect">
            <a:avLst>
              <a:gd name="adj" fmla="val 3125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0" y="2468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 Bot — Green Tech Assessment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2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 the reasoning loops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0" y="594360"/>
            <a:ext cx="1188720" cy="11887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10424160" y="5943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9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agent can quietly loop more than needed before picking a tool.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9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I'D MAKE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hard limit on how many reasoning steps it can take per report.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9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074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TRADE-OFF, HONESTLY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394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occasionally cut off a legitimately complex research path.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0" y="1828800"/>
            <a:ext cx="2926080" cy="4480560"/>
          </a:xfrm>
          <a:prstGeom prst="roundRect">
            <a:avLst>
              <a:gd name="adj" fmla="val 3125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0" y="2468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 Bot — Green Tech Assessment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3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repeated requests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0" y="594360"/>
            <a:ext cx="1188720" cy="11887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10424160" y="5943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9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Researching the same company twice reruns the whole pipeline from zero.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9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I'D MAKE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results for ~1 hour and serve repeats from cache instead of rerunning.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9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074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TRADE-OFF, HONESTLY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394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News/financial data could be a little stale for that hour.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0" y="1828800"/>
            <a:ext cx="2926080" cy="4480560"/>
          </a:xfrm>
          <a:prstGeom prst="roundRect">
            <a:avLst>
              <a:gd name="adj" fmla="val 3125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0" y="2468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+ Carbon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 Bot — Green Tech Assessment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4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Trim API responses before the LLM sees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0" y="594360"/>
            <a:ext cx="1188720" cy="11887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10424160" y="5943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9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API responses are longer than they need to be as prompt input.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9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I'D MAKE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Pre-filter Tavily / NewsAPI / Alpha Vantage output before feeding it to gpt-4o-mini.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9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074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TRADE-OFF, HONESTLY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394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bit more preprocessing code to write and maintain.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0" y="1828800"/>
            <a:ext cx="2926080" cy="4480560"/>
          </a:xfrm>
          <a:prstGeom prst="roundRect">
            <a:avLst>
              <a:gd name="adj" fmla="val 3125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0" y="2468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 Bot — Green Tech Assessment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track for 1–2 weeks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is only useful if I know what "success" looks like when I see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DCE9D5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2860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calls per report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stay near 2–3. A jump flags a reasoning-loop problem.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01168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DCE9D5"/>
          </a:solidFill>
          <a:ln/>
        </p:spPr>
      </p:sp>
      <p:sp>
        <p:nvSpPr>
          <p:cNvPr id="10" name="Shape 8"/>
          <p:cNvSpPr/>
          <p:nvPr/>
        </p:nvSpPr>
        <p:spPr>
          <a:xfrm>
            <a:off x="4366260" y="22860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36626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3246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hit rate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66160" y="41148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caching exists, this tells me how much rework I'm actually avoiding.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DCE9D5"/>
          </a:solidFill>
          <a:ln/>
        </p:spPr>
      </p:sp>
      <p:sp>
        <p:nvSpPr>
          <p:cNvPr id="15" name="Shape 13"/>
          <p:cNvSpPr/>
          <p:nvPr/>
        </p:nvSpPr>
        <p:spPr>
          <a:xfrm>
            <a:off x="7200900" y="22860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2009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3246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tokens per call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0" y="41148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proxy for how "heavy" each prompt is after trimming API responses.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201168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DCE9D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35540" y="22860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55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35440" y="3246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+ cost per report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35440" y="41148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have kWh data, but cost tracks compute closely enough to watch.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 Bot — Green Tech Assessment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honest about the limits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24512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10512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66420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not claiming this bot is "carbon neutral" — I have no methodology to back that up, so I won't say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24512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999232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85292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provider I use (OpenAI, Tavily, NewsAPI, Alpha Vantage) publishes kWh-per-call numbers. My SCI stays qualitative, not a hard figure.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24512A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4187952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187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04164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self-assessment for a class assignment, not an official audit — I'd want a peer or professional to sanity-check it before it went anywhere real.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24512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376672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76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23036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I'd want to validate my "~5 calls per report" estimate against actual logs instead of just reading the code.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 Bot — Green Tech Assessment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hypothesis, if I ship this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goal: a testable before/after claim, not just a vague "it'll be better."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9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add a 1-hour cache for repeated company requests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4805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change costs almost nothing to build and only risks slightly stale data)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532120" y="3520440"/>
            <a:ext cx="1097280" cy="10972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5532120" y="3520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66560" y="274320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expect fewer duplicate LLM calls for repeat lookups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66560" y="44805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C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watch for one week: cache hit rate, and LLM calls avoided per day.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 Bot — Green Tech Assessment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2026-08-19T12:20:27Z</dcterms:created>
  <dcterms:modified xsi:type="dcterms:W3CDTF">2026-08-19T12:20:27Z</dcterms:modified>
</cp:coreProperties>
</file>